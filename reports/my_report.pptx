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9C3-6A89-4494-99FF-5A4D6FFD50EB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525BB-DA17-4BA0-B3C8-3AC3ABC827E6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6C4C9A-3960-41CF-A4E9-2A8FB932454B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CBC1C18-307B-4F68-A007-B5B542270E8D}" type="datetimeFigureOut">
              <a:rPr lang="en-US" dirty="0"/>
              <a:t>9/22/26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ACC77-2A68-3914-5F4D-2E6D0EF889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Find-a-Gene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D5E8C-C09D-91B6-C623-7E0B6D230B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8316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0</TotalTime>
  <Words>2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MS Shell Dlg 2</vt:lpstr>
      <vt:lpstr>Wingdings</vt:lpstr>
      <vt:lpstr>Wingdings 3</vt:lpstr>
      <vt:lpstr>Madison</vt:lpstr>
      <vt:lpstr>Find-a-Gene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Ravichandran, Sarangan</dc:creator>
  <cp:lastModifiedBy>Ravichandran, Sarangan</cp:lastModifiedBy>
  <cp:revision>1</cp:revision>
  <dcterms:created xsi:type="dcterms:W3CDTF">2026-09-22T18:39:38Z</dcterms:created>
  <dcterms:modified xsi:type="dcterms:W3CDTF">2026-09-22T18:40:34Z</dcterms:modified>
</cp:coreProperties>
</file>